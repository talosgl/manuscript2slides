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6261" autoAdjust="0"/>
  </p:normalViewPr>
  <p:slideViewPr>
    <p:cSldViewPr snapToGrid="0">
      <p:cViewPr varScale="1">
        <p:scale>
          <a:sx n="69" d="100"/>
          <a:sy n="69" d="100"/>
        </p:scale>
        <p:origin x="60" y="9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1" d="100"/>
          <a:sy n="111" d="100"/>
        </p:scale>
        <p:origin x="1638" y="3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x2pptx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Bookerly" panose="02020602040305020204" pitchFamily="18" charset="0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ookerly"/>
        <a:ea typeface=""/>
        <a:cs typeface=""/>
      </a:majorFont>
      <a:minorFont>
        <a:latin typeface="Bookerl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Bookerly</vt:lpstr>
      <vt:lpstr>Calibri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26</cp:revision>
  <dcterms:created xsi:type="dcterms:W3CDTF">2025-08-25T21:13:53Z</dcterms:created>
  <dcterms:modified xsi:type="dcterms:W3CDTF">2025-10-09T22:02:44Z</dcterms:modified>
</cp:coreProperties>
</file>