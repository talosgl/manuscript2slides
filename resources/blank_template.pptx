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8" autoAdjust="0"/>
    <p:restoredTop sz="96261" autoAdjust="0"/>
  </p:normalViewPr>
  <p:slideViewPr>
    <p:cSldViewPr snapToGrid="0">
      <p:cViewPr varScale="1">
        <p:scale>
          <a:sx n="122" d="100"/>
          <a:sy n="122" d="100"/>
        </p:scale>
        <p:origin x="159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1" d="100"/>
          <a:sy n="111" d="100"/>
        </p:scale>
        <p:origin x="1638" y="3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925AA-DF56-4E9B-BD17-5F928015F19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5467" y="797984"/>
            <a:ext cx="5596466" cy="31480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850468" y="797984"/>
            <a:ext cx="3124199" cy="520276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E06FC-AAB3-45C1-ACEB-7F61B010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9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x2ppt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00513D-E995-1B16-AB26-1B43B826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78ED4-71B5-4E4D-9C52-9D18387CE0A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9D53E-B87C-FF06-8D45-A5FA5C87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E4ABB-0E14-9DCA-53D9-B57B49DA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E7AE76-1742-3895-C2A2-0B99FED22B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72067" y="432968"/>
            <a:ext cx="10515600" cy="5735529"/>
          </a:xfrm>
        </p:spPr>
        <p:txBody>
          <a:bodyPr>
            <a:normAutofit/>
          </a:bodyPr>
          <a:lstStyle>
            <a:lvl1pPr marL="0" indent="457200">
              <a:lnSpc>
                <a:spcPct val="100000"/>
              </a:lnSpc>
              <a:buNone/>
              <a:defRPr sz="1800">
                <a:latin typeface="Bookerly" panose="02020602040305020204" pitchFamily="18" charset="0"/>
                <a:ea typeface="Bookerly" panose="02020602040305020204" pitchFamily="18" charset="0"/>
                <a:cs typeface="Bookerly" panose="02020602040305020204" pitchFamily="18" charset="0"/>
              </a:defRPr>
            </a:lvl1pPr>
          </a:lstStyle>
          <a:p>
            <a:pPr lvl="0"/>
            <a:r>
              <a:rPr lang="en-US" dirty="0"/>
              <a:t>Indented Text</a:t>
            </a:r>
          </a:p>
        </p:txBody>
      </p:sp>
    </p:spTree>
    <p:extLst>
      <p:ext uri="{BB962C8B-B14F-4D97-AF65-F5344CB8AC3E}">
        <p14:creationId xmlns:p14="http://schemas.microsoft.com/office/powerpoint/2010/main" val="408560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F998CB-9A85-BC74-C95D-4B73654F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A649E-F832-2976-C76E-495BEEAF2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23833-DE85-D0F6-7CC4-42F62F074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F78ED4-71B5-4E4D-9C52-9D18387CE0A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C5732-BAA1-4849-1A15-E554152A5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3F674-9B8D-B316-9A41-DBA10CCFB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6F529-06FB-43EA-9316-1796E2045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6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ookerly"/>
        <a:ea typeface=""/>
        <a:cs typeface=""/>
      </a:majorFont>
      <a:minorFont>
        <a:latin typeface="Bookerl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Bookerly</vt:lpstr>
      <vt:lpstr>Calibri</vt:lpstr>
      <vt:lpstr>Times New Roman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 K</dc:creator>
  <cp:lastModifiedBy>Jo K</cp:lastModifiedBy>
  <cp:revision>25</cp:revision>
  <dcterms:created xsi:type="dcterms:W3CDTF">2025-08-25T21:13:53Z</dcterms:created>
  <dcterms:modified xsi:type="dcterms:W3CDTF">2025-09-08T18:40:22Z</dcterms:modified>
</cp:coreProperties>
</file>