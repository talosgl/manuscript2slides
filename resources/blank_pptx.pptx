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8" autoAdjust="0"/>
    <p:restoredTop sz="96261" autoAdjust="0"/>
  </p:normalViewPr>
  <p:slideViewPr>
    <p:cSldViewPr snapToGrid="0">
      <p:cViewPr varScale="1">
        <p:scale>
          <a:sx n="109" d="100"/>
          <a:sy n="109" d="100"/>
        </p:scale>
        <p:origin x="657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7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925AA-DF56-4E9B-BD17-5F928015F19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E06FC-AAB3-45C1-ACEB-7F61B010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9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3206-F749-8089-3AFB-2AD978D1A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A7E27-1819-9589-4816-DBA8A0F88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9458B-65CA-2ADE-FAF0-415CB36B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B7A42-7E20-2F59-AD82-767F543C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D9FDA-FEBE-C714-BBC2-5440B828C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4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E8B4-AE2B-6861-8B3F-BD14B830F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02F28-D6FA-96E6-6900-518B51B0E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9D8B7-3F7D-203A-CB63-3C013C06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2266B-73E0-05CB-8E47-7272E692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5136C-CA46-D0BD-8FE1-8ECAC9E3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39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7361-B263-0DF5-7ADA-78A94850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A1CFC-C726-A641-A977-2566CE26B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F1F6A-6FAC-617A-1F8E-BBA32212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95D3B-240F-4709-495E-65BB7D54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B1F58-B0F4-02F6-0DEB-62A79D03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73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8A13-FBCF-5B3F-B987-5861CDE3B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1A94D-0FE6-5E00-294F-21219546B7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81314-B4E1-76ED-3F8E-5A7110271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4971E-51F9-A1BC-331E-BA67EA13E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2B33C-4691-FC93-CC16-2A88B286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9FE28-04AB-5250-FDC5-BC1367EF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773D-9812-5DBD-5F01-8378B340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3F3E5-53C9-4AA9-2E41-3BC85B666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F67E3-70E7-E131-217D-22C9D8513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B59B04-28EA-F396-407E-96A93D432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D81F9-679F-B5D6-5B38-5692FE3E8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068C0-324E-C4F4-D9BF-732A9F14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1AD0B4-8C79-B7A3-24F4-BA829CF8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C4624B-1592-EAC5-84B4-E556A94C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4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AD62-6EC6-4BF1-A8CD-02665B26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8C0F5-2251-2308-92B9-A091CD26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02ECD-2EAC-8A44-0E05-129DFEB57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35CF1-10F4-707E-F66A-C0479510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3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A78D9-F475-18F3-5F33-E78A1C32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9828BE-3662-474A-4C86-17C60DF3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8FC86-17BA-3546-C5BC-0D3AFEFF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3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EE11D-978C-0EE0-8D4C-2A2658C8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7ABF6-DFF0-59C2-769A-AD557ADC6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ABC6F-F12F-F700-2BE8-F47A10F83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657D3-49C0-8EF0-5EAE-B1CF8D63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9C554-7A99-0DED-F860-DE99AFFD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6BFB-D953-8CB5-53E1-FE4EE054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82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6A44-0C89-B827-8913-E5A54751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ABD757-13C5-5950-4732-1520842E0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DD18A-E328-F0AD-C50F-77DBDE73B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08CA7-CCA0-07E2-3483-B6D686FD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6AEC6-A0A3-7D46-EC5F-47AA2707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16550-25C4-04F0-54DB-DC786AF2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12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56E5-A539-2E3A-9CC9-E24BBC86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4FA9B-E41C-D856-5BC8-5132CC4AF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E8366-42A5-FCCB-B3C2-C92828DA5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B1179-7456-CECD-8386-D17005373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1470D-57A7-4802-A49A-736B804B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84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92668-18F2-7F17-414E-D48BBD4891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769DF-3B7C-640D-3425-98D4E1309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80852-D950-7793-B340-2702C9ECA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27868-129A-20D2-AB70-30618F0B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811B6-DE6B-A6CA-16C6-A9CC5884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75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0513D-E995-1B16-AB26-1B43B826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9D53E-B87C-FF06-8D45-A5FA5C87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E4ABB-0E14-9DCA-53D9-B57B49DA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E7AE76-1742-3895-C2A2-0B99FED22B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2067" y="432968"/>
            <a:ext cx="10515600" cy="5735529"/>
          </a:xfrm>
        </p:spPr>
        <p:txBody>
          <a:bodyPr>
            <a:normAutofit/>
          </a:bodyPr>
          <a:lstStyle>
            <a:lvl1pPr marL="0" indent="457200">
              <a:lnSpc>
                <a:spcPct val="100000"/>
              </a:lnSpc>
              <a:buNone/>
              <a:defRPr sz="1800">
                <a:latin typeface="Bookerly" panose="02020602040305020204" pitchFamily="18" charset="0"/>
                <a:ea typeface="Bookerly" panose="02020602040305020204" pitchFamily="18" charset="0"/>
                <a:cs typeface="Bookerly" panose="02020602040305020204" pitchFamily="18" charset="0"/>
              </a:defRPr>
            </a:lvl1pPr>
          </a:lstStyle>
          <a:p>
            <a:pPr lvl="0"/>
            <a:r>
              <a:rPr lang="en-US" dirty="0"/>
              <a:t>Indented Text</a:t>
            </a:r>
          </a:p>
        </p:txBody>
      </p:sp>
    </p:spTree>
    <p:extLst>
      <p:ext uri="{BB962C8B-B14F-4D97-AF65-F5344CB8AC3E}">
        <p14:creationId xmlns:p14="http://schemas.microsoft.com/office/powerpoint/2010/main" val="408560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F998CB-9A85-BC74-C95D-4B73654F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A649E-F832-2976-C76E-495BEEAF2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23833-DE85-D0F6-7CC4-42F62F074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78ED4-71B5-4E4D-9C52-9D18387CE0A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5732-BAA1-4849-1A15-E554152A5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3F674-9B8D-B316-9A41-DBA10CCFB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6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ookerly"/>
        <a:ea typeface=""/>
        <a:cs typeface=""/>
      </a:majorFont>
      <a:minorFont>
        <a:latin typeface="Bookerl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Bookerly</vt:lpstr>
      <vt:lpstr>Calibri</vt:lpstr>
      <vt:lpstr>Times New Roman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 K</dc:creator>
  <cp:lastModifiedBy>Jo K</cp:lastModifiedBy>
  <cp:revision>19</cp:revision>
  <dcterms:created xsi:type="dcterms:W3CDTF">2025-08-25T21:13:53Z</dcterms:created>
  <dcterms:modified xsi:type="dcterms:W3CDTF">2025-08-26T20:59:41Z</dcterms:modified>
</cp:coreProperties>
</file>