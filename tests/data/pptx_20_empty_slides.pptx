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988" autoAdjust="0"/>
    <p:restoredTop sz="96261" autoAdjust="0"/>
  </p:normalViewPr>
  <p:slideViewPr>
    <p:cSldViewPr snapToGrid="0">
      <p:cViewPr varScale="1">
        <p:scale>
          <a:sx n="113" d="100"/>
          <a:sy n="113" d="100"/>
        </p:scale>
        <p:origin x="519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3" d="100"/>
          <a:sy n="113" d="100"/>
        </p:scale>
        <p:origin x="2469" y="5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925AA-DF56-4E9B-BD17-5F928015F19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5467" y="797984"/>
            <a:ext cx="5596466" cy="31480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850468" y="797984"/>
            <a:ext cx="3124199" cy="520276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5E06FC-AAB3-45C1-ACEB-7F61B010E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9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j-lt"/>
        <a:ea typeface="+mn-ea"/>
        <a:cs typeface="Times New Roman" panose="02020603050405020304" pitchFamily="18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j-lt"/>
        <a:ea typeface="+mn-ea"/>
        <a:cs typeface="Times New Roman" panose="02020603050405020304" pitchFamily="18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j-lt"/>
        <a:ea typeface="+mn-ea"/>
        <a:cs typeface="Times New Roman" panose="02020603050405020304" pitchFamily="18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j-lt"/>
        <a:ea typeface="+mn-ea"/>
        <a:cs typeface="Times New Roman" panose="02020603050405020304" pitchFamily="18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j-lt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manuscript2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ns2:creationId id="{8000513D-E995-1B16-AB26-1B43B8265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78ED4-71B5-4E4D-9C52-9D18387CE0A0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ns2:creationId id="{CD19D53E-B87C-FF06-8D45-A5FA5C87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ns2:creationId id="{629E4ABB-0E14-9DCA-53D9-B57B49DA3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6F529-06FB-43EA-9316-1796E204545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ns2:creationId id="{25E7AE76-1742-3895-C2A2-0B99FED22B4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72067" y="432968"/>
            <a:ext cx="10515600" cy="5735529"/>
          </a:xfrm>
        </p:spPr>
        <p:txBody>
          <a:bodyPr>
            <a:normAutofit/>
          </a:bodyPr>
          <a:lstStyle>
            <a:lvl1pPr marL="0" indent="457200">
              <a:lnSpc>
                <a:spcPct val="100000"/>
              </a:lnSpc>
              <a:buNone/>
              <a:defRPr sz="1800">
                <a:latin typeface="+mj-lt"/>
                <a:ea typeface="Times New Roman" panose="02020602040305020204" pitchFamily="18" charset="0"/>
                <a:cs typeface="Times New Roman" panose="02020602040305020204" pitchFamily="18" charset="0"/>
              </a:defRPr>
            </a:lvl1pPr>
          </a:lstStyle>
          <a:p>
            <a:pPr lvl="0"/>
            <a:r>
              <a:rPr lang="en-US" dirty="0"/>
              <a:t>Indented Text</a:t>
            </a:r>
          </a:p>
        </p:txBody>
      </p:sp>
    </p:spTree>
    <p:extLst>
      <p:ext uri="{BB962C8B-B14F-4D97-AF65-F5344CB8AC3E}">
        <ns3:creationId val="4085609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F998CB-9A85-BC74-C95D-4B73654FD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A649E-F832-2976-C76E-495BEEAF2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23833-DE85-D0F6-7CC4-42F62F074D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F78ED4-71B5-4E4D-9C52-9D18387CE0A0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C5732-BAA1-4849-1A15-E554152A5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3F674-9B8D-B316-9A41-DBA10CCFB0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26F529-06FB-43EA-9316-1796E2045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46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C729EE-2201-61F1-2397-0CE457C4A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792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698E45-4C29-CD32-D282-E6345DD3E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019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32A90B-32DC-4D91-BB44-9AEF3E97D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598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331F8A2-581A-019D-8777-61D1A2798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111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6098A8-2F0C-6413-B73A-07CFD1257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678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FFDB7D-4A0B-2E59-E20A-22EA24D1D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405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C90D01-EDC7-F111-3AA6-F1DEE881D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038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9369A7-69BE-9F10-2E60-BCBEE456F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567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6E7D24-DF0F-5D37-66B3-B7E7C3DED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424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0A40C0-2A2C-C7C8-D816-08081C270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311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C9D943-C6DC-5BFC-DE2C-78385D7A6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635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71E348-2619-8A64-DC2C-EE0E9E542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952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748839-C318-4051-77EC-5D8C764FC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743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310F62-24CC-9A0B-DE08-782B38030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829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759811-1A98-4834-CCAA-648405924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324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B7F1C6-06AE-D40E-CC16-D6FBC2683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90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257558-FC6E-514C-BF53-31DD646E5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790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F8E4D6-BAC0-2F5A-8629-4888A7B72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807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6F08A0-22D7-2FCF-7381-1D67B6965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3651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794740-E602-BCF3-8C61-D4AC315B9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355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 K</dc:creator>
  <cp:lastModifiedBy>Jo K</cp:lastModifiedBy>
  <cp:revision>34</cp:revision>
  <dcterms:created xsi:type="dcterms:W3CDTF">2025-08-25T21:13:53Z</dcterms:created>
  <dcterms:modified xsi:type="dcterms:W3CDTF">2025-12-12T18:42:36Z</dcterms:modified>
</cp:coreProperties>
</file>