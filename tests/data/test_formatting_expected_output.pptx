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6261" autoAdjust="0"/>
  </p:normalViewPr>
  <p:slideViewPr>
    <p:cSldViewPr snapToGrid="0">
      <p:cViewPr varScale="1">
        <p:scale>
          <a:sx n="109" d="100"/>
          <a:sy n="109" d="100"/>
        </p:scale>
        <p:origin x="657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2469" y="5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script2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+mj-lt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  <a:latin typeface="Bookerly"/>
              </a:defRPr>
            </a:pPr>
            <a:r>
              <a:rPr/>
              <a:t>Regular Formatting</a:t>
            </a:r>
            <a:r>
              <a:rPr/>
              <a:t>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b="1"/>
              <a:t>This text is bolded.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i="1"/>
              <a:t>This text is in italics.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b="1" i="1"/>
              <a:t>This is bolded and italicized.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u="sng"/>
              <a:t>This text is underlined.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b="1" u="sng"/>
              <a:t>Bolded and underlined.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i="1" u="sng"/>
              <a:t>Underlined and italicized</a:t>
            </a:r>
            <a:r>
              <a:rPr i="1" u="sng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b="1" i="1" u="sng"/>
              <a:t>All three!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>
                <a:latin typeface="Georgia"/>
              </a:rPr>
              <a:t>This text is in a special font. Georgia.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  <a:latin typeface="Bookerly"/>
              </a:defRPr>
            </a:pPr>
            <a:r>
              <a:rPr/>
              <a:t>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sz="4800"/>
              <a:t>In the original </a:t>
            </a:r>
            <a:r>
              <a:rPr sz="4800"/>
              <a:t>test_formatting</a:t>
            </a:r>
            <a:r>
              <a:rPr sz="4800"/>
              <a:t>.doc</a:t>
            </a:r>
            <a:r>
              <a:rPr sz="4800"/>
              <a:t>x, is very large text</a:t>
            </a:r>
            <a:r>
              <a:rPr sz="4800"/>
              <a:t> (48pt)</a:t>
            </a:r>
            <a:r>
              <a:rPr sz="480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sz="800"/>
              <a:t>In the original test document, this text is very small (</a:t>
            </a:r>
            <a:r>
              <a:rPr sz="800"/>
              <a:t>8pt</a:t>
            </a:r>
            <a:r>
              <a:rPr sz="800"/>
              <a:t>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  <a:latin typeface="Bookerly"/>
              </a:defRPr>
            </a:pPr>
            <a:r>
              <a:rPr/>
              <a:t>Color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/>
              <a:t>This text has </a:t>
            </a:r>
            <a:r>
              <a:rPr>
                <a:solidFill>
                  <a:srgbClr val="FF0000"/>
                </a:solidFill>
              </a:rPr>
              <a:t>this in red</a:t>
            </a:r>
            <a:r>
              <a:rPr/>
              <a:t>, and </a:t>
            </a:r>
            <a:r>
              <a:rPr>
                <a:solidFill>
                  <a:srgbClr val="4472C4"/>
                </a:solidFill>
              </a:rPr>
              <a:t>this in blue.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  <a:latin typeface="Bookerly"/>
              </a:defRPr>
            </a:pPr>
            <a:r>
              <a:rPr/>
              <a:t>Experimental f</a:t>
            </a:r>
            <a:r>
              <a:rPr/>
              <a:t>ormatting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>
                <a:highlight>
                  <a:srgbClr val="FFFF00"/>
                </a:highlight>
              </a:rPr>
              <a:t>This text is highlighted</a:t>
            </a:r>
            <a:r>
              <a:rPr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>
                <a:highlight>
                  <a:srgbClr val="FFFF00"/>
                </a:highlight>
              </a:rPr>
              <a:t>This text is highlighted, </a:t>
            </a:r>
            <a:r>
              <a:rPr u="sng">
                <a:highlight>
                  <a:srgbClr val="FFFF00"/>
                </a:highlight>
              </a:rPr>
              <a:t>but also has this part underlined</a:t>
            </a:r>
            <a:r>
              <a:rPr>
                <a:highlight>
                  <a:srgbClr val="FFFF00"/>
                </a:highlight>
              </a:rPr>
              <a:t>, and </a:t>
            </a:r>
            <a:r>
              <a:rPr i="1">
                <a:highlight>
                  <a:srgbClr val="FFFF00"/>
                </a:highlight>
              </a:rPr>
              <a:t>this part is in italics</a:t>
            </a:r>
            <a:r>
              <a:rPr>
                <a:highlight>
                  <a:srgbClr val="FFFF00"/>
                </a:highlight>
              </a:rPr>
              <a:t>, and </a:t>
            </a:r>
            <a:r>
              <a:rPr b="1">
                <a:highlight>
                  <a:srgbClr val="FFFF00"/>
                </a:highlight>
              </a:rPr>
              <a:t>this part is bolded</a:t>
            </a:r>
            <a:r>
              <a:rPr>
                <a:highlight>
                  <a:srgbClr val="FFFF00"/>
                </a:highlight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/>
              <a:t>This is normal-size text, but it has a </a:t>
            </a:r>
            <a:r>
              <a:rPr baseline="-25000"/>
              <a:t>subscript here </a:t>
            </a:r>
            <a:r>
              <a:rPr/>
              <a:t>and a </a:t>
            </a:r>
            <a:r>
              <a:rPr baseline="60000"/>
              <a:t>superscript here</a:t>
            </a:r>
            <a:r>
              <a:rPr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cap="all"/>
              <a:t>THIS TEXT IS IN ALL CAPS</a:t>
            </a:r>
            <a:r>
              <a:rPr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 cap="small"/>
              <a:t>This text is in small caps.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Bookerly"/>
              </a:defRPr>
            </a:pPr>
            <a:r>
              <a:rPr/>
              <a:t>And this text has </a:t>
            </a:r>
            <a:r>
              <a:rPr strike="sngStrike"/>
              <a:t>a single strikethrough</a:t>
            </a:r>
            <a:r>
              <a:rPr/>
              <a:t>, and </a:t>
            </a:r>
            <a:r>
              <a:rPr strike="dblStrike"/>
              <a:t>a double strikethrough.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33</cp:revision>
  <dcterms:created xsi:type="dcterms:W3CDTF">2025-08-25T21:13:53Z</dcterms:created>
  <dcterms:modified xsi:type="dcterms:W3CDTF">2025-11-30T23:20:06Z</dcterms:modified>
</cp:coreProperties>
</file>