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9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1DF2E-97B9-EC60-666A-24921F243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365134-68FB-2001-B281-61C1213709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AC187-0AB6-401B-347F-161D92AC8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F13E-AF27-4FC4-9C86-9934668C46B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4FB03-5E96-4145-0811-71B0D0046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8FACF-BD0A-2EA8-009C-0B28AF661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37421-ADAA-46C6-9318-5E74BD520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2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1F50-C9BD-2E0C-869E-7088C4F1B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57143-5E7D-34E4-ECFA-257C6DACB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E4481-8282-07DF-70BF-8451278CE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F13E-AF27-4FC4-9C86-9934668C46B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6AE8C-05EE-A6D2-7BA2-302A870FC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B6417-D219-CAE6-B9F9-8FCF3AE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37421-ADAA-46C6-9318-5E74BD520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859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6AADA-625D-331D-FF12-940C9100F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54ECB-6555-9AB5-04BC-3E70B7DBB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66618-24DD-511F-1732-500C7EACF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F13E-AF27-4FC4-9C86-9934668C46B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BD8C6-B454-BB38-1592-2D10174E7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76F9F-12B2-D199-83C6-1754C3D0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37421-ADAA-46C6-9318-5E74BD520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33E73-A601-885F-FBD0-906200092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25E87-844A-6BE2-44B6-919B286BC0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4C535-796F-1D1A-4E7A-6AD188A05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648A7B-EC97-BF64-0DCD-7A65949F4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F13E-AF27-4FC4-9C86-9934668C46B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32C48-C8EC-FA2C-5DB9-3F9A67A95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678B7D-E742-8D21-1FD9-5EFE481C9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37421-ADAA-46C6-9318-5E74BD520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68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5C0F2-A552-6886-D66F-8221EB1EC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5D9C3-BF2D-0AFE-809D-176C99877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06C18-6ED0-2C18-B408-11E13074F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954843-FEF9-7ECB-C13E-4387DFE7BB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22AF29-2EFA-6A80-D585-A478095A46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48FB84-BB05-63D1-E6C6-AEB8EBFA6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F13E-AF27-4FC4-9C86-9934668C46B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C6E96C-8AD6-319E-04E5-E2E734E0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28C5B-0AE6-5FCD-1BC7-D1D22A007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37421-ADAA-46C6-9318-5E74BD520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91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28033-DAA4-AF27-4F1D-BD9F9E114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DDC00A-E0BA-2BC5-EC76-C6467695A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F13E-AF27-4FC4-9C86-9934668C46B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00FA93-D807-06E3-63CC-C94C5A03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237AE6-0F3D-3B5D-EB07-130FD790B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37421-ADAA-46C6-9318-5E74BD520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213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39ED8-54F0-71D3-BAB1-F2F15B7C4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F13E-AF27-4FC4-9C86-9934668C46B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E32528-14C1-03E6-58DB-197520834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08773-DFFB-C02D-9AA3-D75DF8EE3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37421-ADAA-46C6-9318-5E74BD520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68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B634F-4A70-38B6-558C-A9340A960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E6ED3-A9C8-BA3E-9C58-CD7E4063A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49B45B-B109-CAD0-F0D0-906640B1C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075D4-B406-0BDC-64F9-8AF20F88D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F13E-AF27-4FC4-9C86-9934668C46B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AE3BA7-4AC5-32AC-4768-1FB199390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FACAF-D634-3E4E-0AFD-C7F6FEF92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37421-ADAA-46C6-9318-5E74BD520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63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E31EC-9B1B-8319-5183-80277157B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996C92-6DCF-C511-4264-CB084C49C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28511-C4B6-62EC-1787-ED5E13EC3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36204-6CA6-C91B-9296-43B9C9004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F13E-AF27-4FC4-9C86-9934668C46B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18161-3924-4998-DD90-511E0985E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9E0E0-588C-B43B-E784-6EE0FD3AB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37421-ADAA-46C6-9318-5E74BD520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728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E7FFF-1851-79C8-704D-CEBF0B23F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008741-F390-127B-C737-D6857A4C3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E8C13-B9D8-6CD0-4B96-9217E2DA1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F13E-AF27-4FC4-9C86-9934668C46B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29F-9E62-4F28-AF55-B05CFF152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BE698-3A46-D5A2-E2CF-8B01C9F8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37421-ADAA-46C6-9318-5E74BD520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55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7F144A-DD21-269A-57C9-C9A3DBCC0B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6F7BD-27E6-BCEC-0EDC-62CDBAEF9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45E94-6D5D-6DA6-0E32-F2C6E4B40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FF13E-AF27-4FC4-9C86-9934668C46B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82CC7-5ACE-572E-468E-FEC9AEF2B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ECD5C-C0DE-AD97-9938-79D59447A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37421-ADAA-46C6-9318-5E74BD520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54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6DBCE1-3989-648B-6032-43FAE09FB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D8F00-A289-BE82-B16B-A43FDF1F5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40734-CE55-C201-550E-7BB526604A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FF13E-AF27-4FC4-9C86-9934668C46B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5A8B4-AF97-31BE-11C3-6370E14B7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25017-4E08-862E-7BFE-DA0683D275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37421-ADAA-46C6-9318-5E74BD520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607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64087-35DE-E9C6-68FA-2834A0C3F7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EB9D6D-E268-AD6C-62A6-2B6DFE328E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61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 K</dc:creator>
  <cp:lastModifiedBy>Jo K</cp:lastModifiedBy>
  <cp:revision>1</cp:revision>
  <dcterms:created xsi:type="dcterms:W3CDTF">2025-12-01T04:23:11Z</dcterms:created>
  <dcterms:modified xsi:type="dcterms:W3CDTF">2025-12-01T04:23:30Z</dcterms:modified>
</cp:coreProperties>
</file>